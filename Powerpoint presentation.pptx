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70" r:id="rId3"/>
    <p:sldId id="260" r:id="rId4"/>
    <p:sldId id="262" r:id="rId5"/>
    <p:sldId id="268" r:id="rId6"/>
    <p:sldId id="263" r:id="rId7"/>
    <p:sldId id="264" r:id="rId8"/>
    <p:sldId id="261" r:id="rId9"/>
    <p:sldId id="265" r:id="rId10"/>
    <p:sldId id="266" r:id="rId11"/>
    <p:sldId id="25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850D1-24B3-4339-9162-ADD852E8AE2B}" v="3" dt="2025-06-17T20:58:31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Tan" userId="046b9e1628de38b3" providerId="LiveId" clId="{079850D1-24B3-4339-9162-ADD852E8AE2B}"/>
    <pc:docChg chg="undo custSel modSld">
      <pc:chgData name="Mike Tan" userId="046b9e1628de38b3" providerId="LiveId" clId="{079850D1-24B3-4339-9162-ADD852E8AE2B}" dt="2025-06-17T20:57:35.417" v="1" actId="14100"/>
      <pc:docMkLst>
        <pc:docMk/>
      </pc:docMkLst>
      <pc:sldChg chg="modSp mod">
        <pc:chgData name="Mike Tan" userId="046b9e1628de38b3" providerId="LiveId" clId="{079850D1-24B3-4339-9162-ADD852E8AE2B}" dt="2025-06-17T20:57:35.417" v="1" actId="14100"/>
        <pc:sldMkLst>
          <pc:docMk/>
          <pc:sldMk cId="1063173611" sldId="263"/>
        </pc:sldMkLst>
        <pc:picChg chg="mod">
          <ac:chgData name="Mike Tan" userId="046b9e1628de38b3" providerId="LiveId" clId="{079850D1-24B3-4339-9162-ADD852E8AE2B}" dt="2025-06-17T20:57:35.417" v="1" actId="14100"/>
          <ac:picMkLst>
            <pc:docMk/>
            <pc:sldMk cId="1063173611" sldId="263"/>
            <ac:picMk id="2" creationId="{DCB60618-4455-172E-9655-C978F83F9FE8}"/>
          </ac:picMkLst>
        </pc:picChg>
      </pc:sldChg>
    </pc:docChg>
  </pc:docChgLst>
  <pc:docChgLst>
    <pc:chgData name="Mike Tan" userId="046b9e1628de38b3" providerId="Windows Live" clId="Web-{65C575F1-B8C3-45C1-8F12-250D597C54E1}"/>
    <pc:docChg chg="addSld delSld modSld">
      <pc:chgData name="Mike Tan" userId="046b9e1628de38b3" providerId="Windows Live" clId="Web-{65C575F1-B8C3-45C1-8F12-250D597C54E1}" dt="2024-11-30T01:58:59.302" v="1974"/>
      <pc:docMkLst>
        <pc:docMk/>
      </pc:docMkLst>
      <pc:sldChg chg="addSp delSp modSp">
        <pc:chgData name="Mike Tan" userId="046b9e1628de38b3" providerId="Windows Live" clId="Web-{65C575F1-B8C3-45C1-8F12-250D597C54E1}" dt="2024-11-30T01:08:21.395" v="9"/>
        <pc:sldMkLst>
          <pc:docMk/>
          <pc:sldMk cId="2463020167" sldId="259"/>
        </pc:sldMkLst>
      </pc:sldChg>
      <pc:sldChg chg="modSp">
        <pc:chgData name="Mike Tan" userId="046b9e1628de38b3" providerId="Windows Live" clId="Web-{65C575F1-B8C3-45C1-8F12-250D597C54E1}" dt="2024-11-30T01:17:16.848" v="13" actId="20577"/>
        <pc:sldMkLst>
          <pc:docMk/>
          <pc:sldMk cId="2664021322" sldId="260"/>
        </pc:sldMkLst>
      </pc:sldChg>
      <pc:sldChg chg="addSp modSp">
        <pc:chgData name="Mike Tan" userId="046b9e1628de38b3" providerId="Windows Live" clId="Web-{65C575F1-B8C3-45C1-8F12-250D597C54E1}" dt="2024-11-30T01:47:21.224" v="1397" actId="1076"/>
        <pc:sldMkLst>
          <pc:docMk/>
          <pc:sldMk cId="3704028307" sldId="261"/>
        </pc:sldMkLst>
      </pc:sldChg>
      <pc:sldChg chg="modSp add replId">
        <pc:chgData name="Mike Tan" userId="046b9e1628de38b3" providerId="Windows Live" clId="Web-{65C575F1-B8C3-45C1-8F12-250D597C54E1}" dt="2024-11-30T01:17:20.364" v="14" actId="20577"/>
        <pc:sldMkLst>
          <pc:docMk/>
          <pc:sldMk cId="1083709093" sldId="262"/>
        </pc:sldMkLst>
      </pc:sldChg>
      <pc:sldChg chg="addSp modSp add replId">
        <pc:chgData name="Mike Tan" userId="046b9e1628de38b3" providerId="Windows Live" clId="Web-{65C575F1-B8C3-45C1-8F12-250D597C54E1}" dt="2024-11-30T01:39:03.787" v="1054" actId="1076"/>
        <pc:sldMkLst>
          <pc:docMk/>
          <pc:sldMk cId="1063173611" sldId="263"/>
        </pc:sldMkLst>
      </pc:sldChg>
      <pc:sldChg chg="addSp delSp modSp add replId">
        <pc:chgData name="Mike Tan" userId="046b9e1628de38b3" providerId="Windows Live" clId="Web-{65C575F1-B8C3-45C1-8F12-250D597C54E1}" dt="2024-11-30T01:38:01.130" v="995" actId="20577"/>
        <pc:sldMkLst>
          <pc:docMk/>
          <pc:sldMk cId="40015326" sldId="264"/>
        </pc:sldMkLst>
      </pc:sldChg>
      <pc:sldChg chg="addSp delSp modSp add replId">
        <pc:chgData name="Mike Tan" userId="046b9e1628de38b3" providerId="Windows Live" clId="Web-{65C575F1-B8C3-45C1-8F12-250D597C54E1}" dt="2024-11-30T01:51:02.724" v="1617" actId="1076"/>
        <pc:sldMkLst>
          <pc:docMk/>
          <pc:sldMk cId="2551329454" sldId="265"/>
        </pc:sldMkLst>
      </pc:sldChg>
      <pc:sldChg chg="addSp delSp modSp add replId">
        <pc:chgData name="Mike Tan" userId="046b9e1628de38b3" providerId="Windows Live" clId="Web-{65C575F1-B8C3-45C1-8F12-250D597C54E1}" dt="2024-11-30T01:58:32.927" v="1950"/>
        <pc:sldMkLst>
          <pc:docMk/>
          <pc:sldMk cId="2296743633" sldId="266"/>
        </pc:sldMkLst>
      </pc:sldChg>
      <pc:sldChg chg="addSp delSp modSp add del replId">
        <pc:chgData name="Mike Tan" userId="046b9e1628de38b3" providerId="Windows Live" clId="Web-{65C575F1-B8C3-45C1-8F12-250D597C54E1}" dt="2024-11-30T01:58:59.302" v="1974"/>
        <pc:sldMkLst>
          <pc:docMk/>
          <pc:sldMk cId="3497124934" sldId="267"/>
        </pc:sldMkLst>
      </pc:sldChg>
    </pc:docChg>
  </pc:docChgLst>
  <pc:docChgLst>
    <pc:chgData name="Demarcus Braclet" userId="3ce1588d64046a35" providerId="Windows Live" clId="Web-{FD9E0D27-0866-4D38-9983-E220557F0A8B}"/>
    <pc:docChg chg="addSld delSld modSld addMainMaster delMainMaster">
      <pc:chgData name="Demarcus Braclet" userId="3ce1588d64046a35" providerId="Windows Live" clId="Web-{FD9E0D27-0866-4D38-9983-E220557F0A8B}" dt="2024-11-30T02:00:48.758" v="853" actId="1076"/>
      <pc:docMkLst>
        <pc:docMk/>
      </pc:docMkLst>
      <pc:sldChg chg="addSp delSp modSp mod modClrScheme delDesignElem chgLayout">
        <pc:chgData name="Demarcus Braclet" userId="3ce1588d64046a35" providerId="Windows Live" clId="Web-{FD9E0D27-0866-4D38-9983-E220557F0A8B}" dt="2024-11-30T01:15:50.214" v="37"/>
        <pc:sldMkLst>
          <pc:docMk/>
          <pc:sldMk cId="109857222" sldId="256"/>
        </pc:sldMkLst>
      </pc:sldChg>
      <pc:sldChg chg="addSp delSp modSp mod modClrScheme delDesignElem chgLayout">
        <pc:chgData name="Demarcus Braclet" userId="3ce1588d64046a35" providerId="Windows Live" clId="Web-{FD9E0D27-0866-4D38-9983-E220557F0A8B}" dt="2024-11-30T01:15:50.214" v="37"/>
        <pc:sldMkLst>
          <pc:docMk/>
          <pc:sldMk cId="1041143825" sldId="257"/>
        </pc:sldMkLst>
      </pc:sldChg>
      <pc:sldChg chg="addSp delSp modSp mod modClrScheme delDesignElem chgLayout">
        <pc:chgData name="Demarcus Braclet" userId="3ce1588d64046a35" providerId="Windows Live" clId="Web-{FD9E0D27-0866-4D38-9983-E220557F0A8B}" dt="2024-11-30T01:15:50.214" v="37"/>
        <pc:sldMkLst>
          <pc:docMk/>
          <pc:sldMk cId="1514135587" sldId="258"/>
        </pc:sldMkLst>
      </pc:sldChg>
      <pc:sldChg chg="add del">
        <pc:chgData name="Demarcus Braclet" userId="3ce1588d64046a35" providerId="Windows Live" clId="Web-{FD9E0D27-0866-4D38-9983-E220557F0A8B}" dt="2024-11-30T01:12:01.659" v="32"/>
        <pc:sldMkLst>
          <pc:docMk/>
          <pc:sldMk cId="2463020167" sldId="259"/>
        </pc:sldMkLst>
      </pc:sldChg>
      <pc:sldChg chg="addSp delSp modSp add mod replId modClrScheme delDesignElem chgLayout">
        <pc:chgData name="Demarcus Braclet" userId="3ce1588d64046a35" providerId="Windows Live" clId="Web-{FD9E0D27-0866-4D38-9983-E220557F0A8B}" dt="2024-11-30T02:00:48.758" v="853" actId="1076"/>
        <pc:sldMkLst>
          <pc:docMk/>
          <pc:sldMk cId="2664021322" sldId="260"/>
        </pc:sldMkLst>
      </pc:sldChg>
      <pc:sldChg chg="new del">
        <pc:chgData name="Demarcus Braclet" userId="3ce1588d64046a35" providerId="Windows Live" clId="Web-{FD9E0D27-0866-4D38-9983-E220557F0A8B}" dt="2024-11-30T01:08:08.463" v="1"/>
        <pc:sldMkLst>
          <pc:docMk/>
          <pc:sldMk cId="4262444907" sldId="260"/>
        </pc:sldMkLst>
      </pc:sldChg>
      <pc:sldChg chg="addSp delSp modSp add mod replId modClrScheme delDesignElem chgLayout">
        <pc:chgData name="Demarcus Braclet" userId="3ce1588d64046a35" providerId="Windows Live" clId="Web-{FD9E0D27-0866-4D38-9983-E220557F0A8B}" dt="2024-11-30T01:15:50.214" v="37"/>
        <pc:sldMkLst>
          <pc:docMk/>
          <pc:sldMk cId="3704028307" sldId="261"/>
        </pc:sldMkLst>
      </pc:sldChg>
      <pc:sldChg chg="addSp modSp">
        <pc:chgData name="Demarcus Braclet" userId="3ce1588d64046a35" providerId="Windows Live" clId="Web-{FD9E0D27-0866-4D38-9983-E220557F0A8B}" dt="2024-11-30T01:55:11.808" v="803"/>
        <pc:sldMkLst>
          <pc:docMk/>
          <pc:sldMk cId="1083709093" sldId="262"/>
        </pc:sldMkLst>
      </pc:sldChg>
      <pc:sldChg chg="add del replId">
        <pc:chgData name="Demarcus Braclet" userId="3ce1588d64046a35" providerId="Windows Live" clId="Web-{FD9E0D27-0866-4D38-9983-E220557F0A8B}" dt="2024-11-30T01:12:02.800" v="33"/>
        <pc:sldMkLst>
          <pc:docMk/>
          <pc:sldMk cId="3418886014" sldId="262"/>
        </pc:sldMkLst>
      </pc:sldChg>
      <pc:sldChg chg="modSp">
        <pc:chgData name="Demarcus Braclet" userId="3ce1588d64046a35" providerId="Windows Live" clId="Web-{FD9E0D27-0866-4D38-9983-E220557F0A8B}" dt="2024-11-30T01:58:56.894" v="835" actId="20577"/>
        <pc:sldMkLst>
          <pc:docMk/>
          <pc:sldMk cId="3497124934" sldId="267"/>
        </pc:sldMkLst>
      </pc:sldChg>
      <pc:sldChg chg="addSp modSp add replId">
        <pc:chgData name="Demarcus Braclet" userId="3ce1588d64046a35" providerId="Windows Live" clId="Web-{FD9E0D27-0866-4D38-9983-E220557F0A8B}" dt="2024-11-30T01:55:14.386" v="804"/>
        <pc:sldMkLst>
          <pc:docMk/>
          <pc:sldMk cId="125036411" sldId="268"/>
        </pc:sldMkLst>
      </pc:sldChg>
      <pc:sldChg chg="modSp new del">
        <pc:chgData name="Demarcus Braclet" userId="3ce1588d64046a35" providerId="Windows Live" clId="Web-{FD9E0D27-0866-4D38-9983-E220557F0A8B}" dt="2024-11-30T01:37:26.940" v="639"/>
        <pc:sldMkLst>
          <pc:docMk/>
          <pc:sldMk cId="4108253953" sldId="268"/>
        </pc:sldMkLst>
      </pc:sldChg>
      <pc:sldMasterChg chg="add del addSldLayout delSldLayout">
        <pc:chgData name="Demarcus Braclet" userId="3ce1588d64046a35" providerId="Windows Live" clId="Web-{FD9E0D27-0866-4D38-9983-E220557F0A8B}" dt="2024-11-30T01:15:50.214" v="37"/>
        <pc:sldMasterMkLst>
          <pc:docMk/>
          <pc:sldMasterMk cId="3727859969" sldId="2147483698"/>
        </pc:sldMasterMkLst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3651820183" sldId="2147483687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446239274" sldId="2147483688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4146201081" sldId="2147483689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2488952022" sldId="2147483690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96440441" sldId="2147483691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2631111253" sldId="2147483692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2579086963" sldId="2147483693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713300611" sldId="2147483694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1551004355" sldId="2147483695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3152788963" sldId="2147483696"/>
          </pc:sldLayoutMkLst>
        </pc:sldLayoutChg>
        <pc:sldLayoutChg chg="add del">
          <pc:chgData name="Demarcus Braclet" userId="3ce1588d64046a35" providerId="Windows Live" clId="Web-{FD9E0D27-0866-4D38-9983-E220557F0A8B}" dt="2024-11-30T01:15:50.214" v="37"/>
          <pc:sldLayoutMkLst>
            <pc:docMk/>
            <pc:sldMasterMk cId="3727859969" sldId="2147483698"/>
            <pc:sldLayoutMk cId="3765556500" sldId="2147483697"/>
          </pc:sldLayoutMkLst>
        </pc:sldLayoutChg>
      </pc:sldMasterChg>
      <pc:sldMasterChg chg="add del addSldLayout delSldLayout modSldLayout">
        <pc:chgData name="Demarcus Braclet" userId="3ce1588d64046a35" providerId="Windows Live" clId="Web-{FD9E0D27-0866-4D38-9983-E220557F0A8B}" dt="2024-11-30T01:15:50.214" v="37"/>
        <pc:sldMasterMkLst>
          <pc:docMk/>
          <pc:sldMasterMk cId="2010681059" sldId="2147483699"/>
        </pc:sldMasterMkLst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3377930837" sldId="2147483700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1322897497" sldId="2147483701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3048306073" sldId="2147483702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2780576101" sldId="2147483703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2466808601" sldId="2147483704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3044114057" sldId="2147483705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209722946" sldId="2147483706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3584583254" sldId="2147483707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890994605" sldId="2147483708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1848436590" sldId="2147483709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50.214" v="37"/>
          <pc:sldLayoutMkLst>
            <pc:docMk/>
            <pc:sldMasterMk cId="2010681059" sldId="2147483699"/>
            <pc:sldLayoutMk cId="3680522321" sldId="2147483710"/>
          </pc:sldLayoutMkLst>
        </pc:sldLayoutChg>
      </pc:sldMasterChg>
      <pc:sldMasterChg chg="add del addSldLayout delSldLayout modSldLayout">
        <pc:chgData name="Demarcus Braclet" userId="3ce1588d64046a35" providerId="Windows Live" clId="Web-{FD9E0D27-0866-4D38-9983-E220557F0A8B}" dt="2024-11-30T01:15:48.933" v="36"/>
        <pc:sldMasterMkLst>
          <pc:docMk/>
          <pc:sldMasterMk cId="2753397789" sldId="2147483711"/>
        </pc:sldMasterMkLst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73356683" sldId="2147483712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3702523247" sldId="2147483713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2338426152" sldId="2147483714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98641517" sldId="2147483715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407169562" sldId="2147483716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3294645248" sldId="2147483717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4150838233" sldId="2147483718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3144216919" sldId="2147483719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208188152" sldId="2147483720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279640879" sldId="2147483721"/>
          </pc:sldLayoutMkLst>
        </pc:sldLayoutChg>
        <pc:sldLayoutChg chg="add del mod replId">
          <pc:chgData name="Demarcus Braclet" userId="3ce1588d64046a35" providerId="Windows Live" clId="Web-{FD9E0D27-0866-4D38-9983-E220557F0A8B}" dt="2024-11-30T01:15:48.933" v="36"/>
          <pc:sldLayoutMkLst>
            <pc:docMk/>
            <pc:sldMasterMk cId="2753397789" sldId="2147483711"/>
            <pc:sldLayoutMk cId="2936703091" sldId="2147483722"/>
          </pc:sldLayoutMkLst>
        </pc:sldLayoutChg>
      </pc:sldMasterChg>
    </pc:docChg>
  </pc:docChgLst>
  <pc:docChgLst>
    <pc:chgData name="Mike Tan" userId="046b9e1628de38b3" providerId="Windows Live" clId="Web-{0136C0A4-A25F-4294-8768-E5DFA77777C0}"/>
    <pc:docChg chg="modSld">
      <pc:chgData name="Mike Tan" userId="046b9e1628de38b3" providerId="Windows Live" clId="Web-{0136C0A4-A25F-4294-8768-E5DFA77777C0}" dt="2024-12-02T02:15:45.084" v="32" actId="14100"/>
      <pc:docMkLst>
        <pc:docMk/>
      </pc:docMkLst>
      <pc:sldChg chg="modSp">
        <pc:chgData name="Mike Tan" userId="046b9e1628de38b3" providerId="Windows Live" clId="Web-{0136C0A4-A25F-4294-8768-E5DFA77777C0}" dt="2024-12-02T02:15:45.084" v="32" actId="14100"/>
        <pc:sldMkLst>
          <pc:docMk/>
          <pc:sldMk cId="109857222" sldId="256"/>
        </pc:sldMkLst>
      </pc:sldChg>
    </pc:docChg>
  </pc:docChgLst>
  <pc:docChgLst>
    <pc:chgData name="Joshua Bonham" userId="99cd4b79445c5eaa" providerId="Windows Live" clId="Web-{B77F3862-EDF8-41DE-8AA2-28E8866F4DD3}"/>
    <pc:docChg chg="addSld modSld addMainMaster delMainMaster">
      <pc:chgData name="Joshua Bonham" userId="99cd4b79445c5eaa" providerId="Windows Live" clId="Web-{B77F3862-EDF8-41DE-8AA2-28E8866F4DD3}" dt="2024-11-29T22:57:56.918" v="74"/>
      <pc:docMkLst>
        <pc:docMk/>
      </pc:docMkLst>
      <pc:sldChg chg="addSp delSp modSp mod setBg modClrScheme setClrOvrMap chgLayout">
        <pc:chgData name="Joshua Bonham" userId="99cd4b79445c5eaa" providerId="Windows Live" clId="Web-{B77F3862-EDF8-41DE-8AA2-28E8866F4DD3}" dt="2024-11-29T22:56:50.713" v="69"/>
        <pc:sldMkLst>
          <pc:docMk/>
          <pc:sldMk cId="109857222" sldId="256"/>
        </pc:sldMkLst>
      </pc:sldChg>
      <pc:sldChg chg="addSp delSp modSp new mod setBg setClrOvrMap">
        <pc:chgData name="Joshua Bonham" userId="99cd4b79445c5eaa" providerId="Windows Live" clId="Web-{B77F3862-EDF8-41DE-8AA2-28E8866F4DD3}" dt="2024-11-29T22:55:17.038" v="56" actId="20577"/>
        <pc:sldMkLst>
          <pc:docMk/>
          <pc:sldMk cId="1041143825" sldId="257"/>
        </pc:sldMkLst>
      </pc:sldChg>
      <pc:sldChg chg="addSp delSp modSp new mod setBg addAnim">
        <pc:chgData name="Joshua Bonham" userId="99cd4b79445c5eaa" providerId="Windows Live" clId="Web-{B77F3862-EDF8-41DE-8AA2-28E8866F4DD3}" dt="2024-11-29T22:52:39.954" v="37"/>
        <pc:sldMkLst>
          <pc:docMk/>
          <pc:sldMk cId="1514135587" sldId="258"/>
        </pc:sldMkLst>
      </pc:sldChg>
      <pc:sldChg chg="addSp delSp modSp new mod setBg">
        <pc:chgData name="Joshua Bonham" userId="99cd4b79445c5eaa" providerId="Windows Live" clId="Web-{B77F3862-EDF8-41DE-8AA2-28E8866F4DD3}" dt="2024-11-29T22:57:56.918" v="74"/>
        <pc:sldMkLst>
          <pc:docMk/>
          <pc:sldMk cId="2463020167" sldId="259"/>
        </pc:sldMkLst>
      </pc:sldChg>
      <pc:sldMasterChg chg="add del addSldLayout delSldLayout">
        <pc:chgData name="Joshua Bonham" userId="99cd4b79445c5eaa" providerId="Windows Live" clId="Web-{B77F3862-EDF8-41DE-8AA2-28E8866F4DD3}" dt="2024-11-29T22:48:07.866" v="14"/>
        <pc:sldMasterMkLst>
          <pc:docMk/>
          <pc:sldMasterMk cId="2460954070" sldId="2147483660"/>
        </pc:sldMasterMkLst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replId addSldLayout delSldLayout">
        <pc:chgData name="Joshua Bonham" userId="99cd4b79445c5eaa" providerId="Windows Live" clId="Web-{B77F3862-EDF8-41DE-8AA2-28E8866F4DD3}" dt="2024-11-29T22:48:07.804" v="13"/>
        <pc:sldMasterMkLst>
          <pc:docMk/>
          <pc:sldMasterMk cId="181350753" sldId="2147483672"/>
        </pc:sldMasterMkLst>
        <pc:sldLayoutChg chg="add del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464242977" sldId="2147483673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806565575" sldId="2147483674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1912671330" sldId="2147483675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3542915356" sldId="2147483676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2001098179" sldId="2147483677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3114393606" sldId="2147483678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266749284" sldId="2147483679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811134267" sldId="2147483680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2120515780" sldId="2147483681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420958203" sldId="2147483682"/>
          </pc:sldLayoutMkLst>
        </pc:sldLayoutChg>
        <pc:sldLayoutChg chg="add del replId">
          <pc:chgData name="Joshua Bonham" userId="99cd4b79445c5eaa" providerId="Windows Live" clId="Web-{B77F3862-EDF8-41DE-8AA2-28E8866F4DD3}" dt="2024-11-29T22:48:07.804" v="13"/>
          <pc:sldLayoutMkLst>
            <pc:docMk/>
            <pc:sldMasterMk cId="181350753" sldId="2147483672"/>
            <pc:sldLayoutMk cId="530401612" sldId="2147483683"/>
          </pc:sldLayoutMkLst>
        </pc:sldLayoutChg>
      </pc:sldMasterChg>
      <pc:sldMasterChg chg="add del addSldLayout delSldLayout">
        <pc:chgData name="Joshua Bonham" userId="99cd4b79445c5eaa" providerId="Windows Live" clId="Web-{B77F3862-EDF8-41DE-8AA2-28E8866F4DD3}" dt="2024-11-29T22:47:59.210" v="11"/>
        <pc:sldMasterMkLst>
          <pc:docMk/>
          <pc:sldMasterMk cId="2163946474" sldId="2147483685"/>
        </pc:sldMasterMkLst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325419771" sldId="2147483674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855539587" sldId="2147483675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1770194734" sldId="2147483676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3386232924" sldId="2147483677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540284307" sldId="2147483678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97955039" sldId="2147483679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174218164" sldId="2147483680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2274963231" sldId="2147483681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933874513" sldId="2147483682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3516983816" sldId="2147483683"/>
          </pc:sldLayoutMkLst>
        </pc:sldLayoutChg>
        <pc:sldLayoutChg chg="add del">
          <pc:chgData name="Joshua Bonham" userId="99cd4b79445c5eaa" providerId="Windows Live" clId="Web-{B77F3862-EDF8-41DE-8AA2-28E8866F4DD3}" dt="2024-11-29T22:47:59.210" v="11"/>
          <pc:sldLayoutMkLst>
            <pc:docMk/>
            <pc:sldMasterMk cId="2163946474" sldId="2147483685"/>
            <pc:sldLayoutMk cId="707566031" sldId="2147483684"/>
          </pc:sldLayoutMkLst>
        </pc:sldLayoutChg>
      </pc:sldMasterChg>
      <pc:sldMasterChg chg="add del addSldLayout delSldLayout">
        <pc:chgData name="Joshua Bonham" userId="99cd4b79445c5eaa" providerId="Windows Live" clId="Web-{B77F3862-EDF8-41DE-8AA2-28E8866F4DD3}" dt="2024-11-29T22:48:07.866" v="14"/>
        <pc:sldMasterMkLst>
          <pc:docMk/>
          <pc:sldMasterMk cId="3727859969" sldId="2147483698"/>
        </pc:sldMasterMkLst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3651820183" sldId="2147483687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446239274" sldId="2147483688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4146201081" sldId="2147483689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2488952022" sldId="2147483690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96440441" sldId="2147483691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2631111253" sldId="2147483692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2579086963" sldId="2147483693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713300611" sldId="2147483694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1551004355" sldId="2147483695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3152788963" sldId="2147483696"/>
          </pc:sldLayoutMkLst>
        </pc:sldLayoutChg>
        <pc:sldLayoutChg chg="add del">
          <pc:chgData name="Joshua Bonham" userId="99cd4b79445c5eaa" providerId="Windows Live" clId="Web-{B77F3862-EDF8-41DE-8AA2-28E8866F4DD3}" dt="2024-11-29T22:48:07.866" v="14"/>
          <pc:sldLayoutMkLst>
            <pc:docMk/>
            <pc:sldMasterMk cId="3727859969" sldId="2147483698"/>
            <pc:sldLayoutMk cId="3765556500" sldId="2147483697"/>
          </pc:sldLayoutMkLst>
        </pc:sldLayoutChg>
      </pc:sldMasterChg>
    </pc:docChg>
  </pc:docChgLst>
  <pc:docChgLst>
    <pc:chgData name="Dasori 44" userId="4a8bae4256e9dbac" providerId="LiveId" clId="{3C7857B8-A9BA-4418-9F02-5DA9CBCD37E5}"/>
    <pc:docChg chg="undo redo custSel addSld delSld modSld">
      <pc:chgData name="Dasori 44" userId="4a8bae4256e9dbac" providerId="LiveId" clId="{3C7857B8-A9BA-4418-9F02-5DA9CBCD37E5}" dt="2024-12-02T02:16:34.430" v="201" actId="20577"/>
      <pc:docMkLst>
        <pc:docMk/>
      </pc:docMkLst>
      <pc:sldChg chg="modSp mod">
        <pc:chgData name="Dasori 44" userId="4a8bae4256e9dbac" providerId="LiveId" clId="{3C7857B8-A9BA-4418-9F02-5DA9CBCD37E5}" dt="2024-12-02T02:16:34.430" v="201" actId="20577"/>
        <pc:sldMkLst>
          <pc:docMk/>
          <pc:sldMk cId="109857222" sldId="256"/>
        </pc:sldMkLst>
      </pc:sldChg>
      <pc:sldChg chg="modSp mod">
        <pc:chgData name="Dasori 44" userId="4a8bae4256e9dbac" providerId="LiveId" clId="{3C7857B8-A9BA-4418-9F02-5DA9CBCD37E5}" dt="2024-12-02T02:11:32.227" v="71" actId="1076"/>
        <pc:sldMkLst>
          <pc:docMk/>
          <pc:sldMk cId="2664021322" sldId="260"/>
        </pc:sldMkLst>
      </pc:sldChg>
      <pc:sldChg chg="modSp new del mod">
        <pc:chgData name="Dasori 44" userId="4a8bae4256e9dbac" providerId="LiveId" clId="{3C7857B8-A9BA-4418-9F02-5DA9CBCD37E5}" dt="2024-12-02T02:08:41.329" v="18" actId="47"/>
        <pc:sldMkLst>
          <pc:docMk/>
          <pc:sldMk cId="3996301248" sldId="269"/>
        </pc:sldMkLst>
      </pc:sldChg>
      <pc:sldChg chg="addSp delSp modSp add mod setBg delDesignElem">
        <pc:chgData name="Dasori 44" userId="4a8bae4256e9dbac" providerId="LiveId" clId="{3C7857B8-A9BA-4418-9F02-5DA9CBCD37E5}" dt="2024-12-02T02:11:42.625" v="74" actId="1076"/>
        <pc:sldMkLst>
          <pc:docMk/>
          <pc:sldMk cId="4088784360" sldId="270"/>
        </pc:sldMkLst>
      </pc:sldChg>
    </pc:docChg>
  </pc:docChgLst>
  <pc:docChgLst>
    <pc:chgData name="Kaiden Gallardo" userId="7681541859bfcee0" providerId="Windows Live" clId="Web-{778DDB18-8344-4E49-8007-33FE317D75D1}"/>
    <pc:docChg chg="modSld">
      <pc:chgData name="Kaiden Gallardo" userId="7681541859bfcee0" providerId="Windows Live" clId="Web-{778DDB18-8344-4E49-8007-33FE317D75D1}" dt="2024-12-02T02:14:35.122" v="4" actId="20577"/>
      <pc:docMkLst>
        <pc:docMk/>
      </pc:docMkLst>
      <pc:sldChg chg="modSp">
        <pc:chgData name="Kaiden Gallardo" userId="7681541859bfcee0" providerId="Windows Live" clId="Web-{778DDB18-8344-4E49-8007-33FE317D75D1}" dt="2024-12-02T02:14:35.122" v="4" actId="20577"/>
        <pc:sldMkLst>
          <pc:docMk/>
          <pc:sldMk cId="109857222" sldId="256"/>
        </pc:sldMkLst>
      </pc:sldChg>
    </pc:docChg>
  </pc:docChgLst>
  <pc:docChgLst>
    <pc:chgData name="Kaiden Gallardo" userId="7681541859bfcee0" providerId="Windows Live" clId="Web-{AAF0F78D-AD56-45E4-A453-5608430A17FA}"/>
    <pc:docChg chg="addSld delSld modSld">
      <pc:chgData name="Kaiden Gallardo" userId="7681541859bfcee0" providerId="Windows Live" clId="Web-{AAF0F78D-AD56-45E4-A453-5608430A17FA}" dt="2024-12-02T03:14:36.691" v="47" actId="20577"/>
      <pc:docMkLst>
        <pc:docMk/>
      </pc:docMkLst>
      <pc:sldChg chg="modSp">
        <pc:chgData name="Kaiden Gallardo" userId="7681541859bfcee0" providerId="Windows Live" clId="Web-{AAF0F78D-AD56-45E4-A453-5608430A17FA}" dt="2024-12-02T03:13:14.747" v="9" actId="20577"/>
        <pc:sldMkLst>
          <pc:docMk/>
          <pc:sldMk cId="1083709093" sldId="262"/>
        </pc:sldMkLst>
      </pc:sldChg>
      <pc:sldChg chg="modSp">
        <pc:chgData name="Kaiden Gallardo" userId="7681541859bfcee0" providerId="Windows Live" clId="Web-{AAF0F78D-AD56-45E4-A453-5608430A17FA}" dt="2024-12-02T03:14:36.691" v="47" actId="20577"/>
        <pc:sldMkLst>
          <pc:docMk/>
          <pc:sldMk cId="125036411" sldId="268"/>
        </pc:sldMkLst>
      </pc:sldChg>
      <pc:sldChg chg="new add del">
        <pc:chgData name="Kaiden Gallardo" userId="7681541859bfcee0" providerId="Windows Live" clId="Web-{AAF0F78D-AD56-45E4-A453-5608430A17FA}" dt="2024-12-02T03:14:15.955" v="30"/>
        <pc:sldMkLst>
          <pc:docMk/>
          <pc:sldMk cId="2747457425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8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0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0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8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6/17/2025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5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2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3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0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5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11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5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.100:9999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white gradient&#10;&#10;Description automatically generated">
            <a:extLst>
              <a:ext uri="{FF2B5EF4-FFF2-40B4-BE49-F238E27FC236}">
                <a16:creationId xmlns:a16="http://schemas.microsoft.com/office/drawing/2014/main" id="{BDAEBFFB-14D3-A8C4-19F8-468F0655F29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EEFC1EB0-DB92-4E98-B3A9-0CD6FA5A8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8326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Senior Software Engineering Final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8610" y="4571101"/>
            <a:ext cx="3205640" cy="1492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solidFill>
                  <a:schemeClr val="bg1"/>
                </a:solidFill>
              </a:rPr>
              <a:t>Group 4 – </a:t>
            </a:r>
            <a:r>
              <a:rPr lang="en-US" sz="1100" err="1">
                <a:solidFill>
                  <a:schemeClr val="bg1"/>
                </a:solidFill>
              </a:rPr>
              <a:t>joshua</a:t>
            </a:r>
            <a:r>
              <a:rPr lang="en-US" sz="1100">
                <a:solidFill>
                  <a:schemeClr val="bg1"/>
                </a:solidFill>
              </a:rPr>
              <a:t> bonham, Demarcus </a:t>
            </a:r>
            <a:r>
              <a:rPr lang="en-US" sz="1100" err="1">
                <a:solidFill>
                  <a:schemeClr val="bg1"/>
                </a:solidFill>
              </a:rPr>
              <a:t>braclet</a:t>
            </a:r>
            <a:r>
              <a:rPr lang="en-US" sz="1100">
                <a:solidFill>
                  <a:schemeClr val="bg1"/>
                </a:solidFill>
              </a:rPr>
              <a:t>, Daniel agu, </a:t>
            </a:r>
            <a:r>
              <a:rPr lang="en-US" sz="1100" err="1">
                <a:solidFill>
                  <a:schemeClr val="bg1"/>
                </a:solidFill>
              </a:rPr>
              <a:t>stephanie</a:t>
            </a:r>
            <a:r>
              <a:rPr lang="en-US" sz="1100">
                <a:solidFill>
                  <a:schemeClr val="bg1"/>
                </a:solidFill>
              </a:rPr>
              <a:t> Alonso, </a:t>
            </a:r>
            <a:r>
              <a:rPr lang="en-US" sz="1100" err="1">
                <a:solidFill>
                  <a:schemeClr val="bg1"/>
                </a:solidFill>
              </a:rPr>
              <a:t>kaiden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gallardo</a:t>
            </a:r>
            <a:r>
              <a:rPr lang="en-US" sz="1100">
                <a:solidFill>
                  <a:schemeClr val="bg1"/>
                </a:solidFill>
              </a:rPr>
              <a:t>, </a:t>
            </a:r>
            <a:r>
              <a:rPr lang="en-US" sz="1100" err="1">
                <a:solidFill>
                  <a:schemeClr val="bg1"/>
                </a:solidFill>
              </a:rPr>
              <a:t>michael</a:t>
            </a:r>
            <a:r>
              <a:rPr lang="en-US" sz="1100">
                <a:solidFill>
                  <a:schemeClr val="bg1"/>
                </a:solidFill>
              </a:rPr>
              <a:t> </a:t>
            </a:r>
            <a:r>
              <a:rPr lang="en-US" sz="1100" err="1">
                <a:solidFill>
                  <a:schemeClr val="bg1"/>
                </a:solidFill>
              </a:rPr>
              <a:t>tanjuakio</a:t>
            </a:r>
            <a:endParaRPr lang="en-US" sz="11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100">
                <a:solidFill>
                  <a:schemeClr val="bg1"/>
                </a:solidFill>
              </a:rPr>
              <a:t>Planning Poker for </a:t>
            </a:r>
            <a:r>
              <a:rPr lang="en-US" sz="1100" err="1">
                <a:solidFill>
                  <a:schemeClr val="bg1"/>
                </a:solidFill>
              </a:rPr>
              <a:t>Everfox</a:t>
            </a:r>
            <a:endParaRPr lang="en-US" sz="1100">
              <a:solidFill>
                <a:schemeClr val="bg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C1AFA-F823-5AD5-3546-5FD59ED9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FB404F4-C097-27AF-252E-0487C427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50" y="273465"/>
            <a:ext cx="5983605" cy="1450757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ADFD022A-6406-EFA1-75F4-E98644EE8B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48C7BF-4FDD-5E34-4521-594AA0CC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901" y="1989960"/>
            <a:ext cx="5944192" cy="5429407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Font typeface="Arial" panose="020F0502020204030204" pitchFamily="34" charset="0"/>
              <a:buChar char="•"/>
            </a:pPr>
            <a:r>
              <a:rPr lang="en-US" sz="1700" b="1">
                <a:ea typeface="+mn-lt"/>
                <a:cs typeface="+mn-lt"/>
              </a:rPr>
              <a:t>What is playing Poker?</a:t>
            </a:r>
          </a:p>
          <a:p>
            <a:pPr lvl="1">
              <a:buClr>
                <a:srgbClr val="0F6FC6"/>
              </a:buClr>
              <a:buFont typeface="Arial" panose="020F0502020204030204" pitchFamily="34" charset="0"/>
              <a:buChar char="•"/>
            </a:pPr>
            <a:r>
              <a:rPr lang="en-US" sz="1300"/>
              <a:t>Planning poker is a planning and estimation technique used by Agile teams after a product backlog has been created. The setup of this technique helps software teams accurately estimate product development time frames, improve collaboration, and strategize the work to be done.</a:t>
            </a:r>
          </a:p>
        </p:txBody>
      </p:sp>
      <p:pic>
        <p:nvPicPr>
          <p:cNvPr id="1026" name="Picture 2" descr="Free Planning Poker App">
            <a:extLst>
              <a:ext uri="{FF2B5EF4-FFF2-40B4-BE49-F238E27FC236}">
                <a16:creationId xmlns:a16="http://schemas.microsoft.com/office/drawing/2014/main" id="{B6EEF8D1-C8FD-EA12-43A1-740DA4C8D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06735" y="3702487"/>
            <a:ext cx="5632523" cy="256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FA09B1-D4D9-C497-86D7-3B91CF01682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658" y="1645087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84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50" y="273465"/>
            <a:ext cx="5983605" cy="1450757"/>
          </a:xfrm>
        </p:spPr>
        <p:txBody>
          <a:bodyPr>
            <a:normAutofit/>
          </a:bodyPr>
          <a:lstStyle/>
          <a:p>
            <a:r>
              <a:rPr lang="en-US"/>
              <a:t>Scope – Planning Poker</a:t>
            </a:r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ED608-F67C-F614-C2E3-A446F82C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901" y="1989960"/>
            <a:ext cx="5944192" cy="5429407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Font typeface="Arial" panose="020F050202020403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The webapp shall run in a container on an x86_64 Linux system 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The container shall be managed by </a:t>
            </a:r>
            <a:r>
              <a:rPr lang="en-US" sz="1300" err="1">
                <a:ea typeface="+mn-lt"/>
                <a:cs typeface="+mn-lt"/>
              </a:rPr>
              <a:t>Podman</a:t>
            </a:r>
            <a:r>
              <a:rPr lang="en-US" sz="1300">
                <a:ea typeface="+mn-lt"/>
                <a:cs typeface="+mn-lt"/>
              </a:rPr>
              <a:t> or Docker 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The container shall include all necessary services to host and run the webapp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Be connected to with URL on an IP address and port inherited from the host system: 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Example: </a:t>
            </a:r>
            <a:r>
              <a:rPr lang="en-US" sz="1300">
                <a:ea typeface="+mn-lt"/>
                <a:cs typeface="+mn-lt"/>
                <a:hlinkClick r:id="rId3"/>
              </a:rPr>
              <a:t>http://192.168.1.100:9999</a:t>
            </a:r>
            <a:endParaRPr lang="en-US" sz="130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300">
                <a:ea typeface="+mn-lt"/>
                <a:cs typeface="+mn-lt"/>
              </a:rPr>
              <a:t>When no session is currently started, connecting users will see a start session screen 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 The start session screen shall have: </a:t>
            </a:r>
          </a:p>
          <a:p>
            <a:pPr marL="566420" lvl="2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Input box for </a:t>
            </a:r>
            <a:r>
              <a:rPr lang="en-US" sz="1300" err="1">
                <a:ea typeface="+mn-lt"/>
                <a:cs typeface="+mn-lt"/>
              </a:rPr>
              <a:t>hosts’s</a:t>
            </a:r>
            <a:r>
              <a:rPr lang="en-US" sz="1300">
                <a:ea typeface="+mn-lt"/>
                <a:cs typeface="+mn-lt"/>
              </a:rPr>
              <a:t> name </a:t>
            </a:r>
          </a:p>
          <a:p>
            <a:pPr marL="566420" lvl="2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Input box for session topic </a:t>
            </a:r>
          </a:p>
          <a:p>
            <a:pPr marL="566420" lvl="2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Button to start the planning poker session </a:t>
            </a:r>
          </a:p>
          <a:p>
            <a:pPr marL="566420" lvl="2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The button shall function only when both inputs are filled </a:t>
            </a:r>
          </a:p>
          <a:p>
            <a:pPr>
              <a:buClr>
                <a:srgbClr val="0F6FC6"/>
              </a:buClr>
              <a:buFont typeface="Arial" panose="020F0502020204030204" pitchFamily="34" charset="0"/>
              <a:buChar char="•"/>
            </a:pPr>
            <a:r>
              <a:rPr lang="en-US" sz="1300"/>
              <a:t>Allow up to 20 users to connect to an existing session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2382E-1FA9-BE20-B78E-B8F5EE6B9B7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30" y="1479987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21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/>
              <a:t>Scope 2 – Planning Poker</a:t>
            </a:r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ED608-F67C-F614-C2E3-A446F82C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763" y="2108201"/>
            <a:ext cx="5944192" cy="4746235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Clr>
                <a:srgbClr val="0F6FC6"/>
              </a:buClr>
              <a:buFont typeface="Arial" panose="020F0502020204030204" pitchFamily="34" charset="0"/>
              <a:buChar char="•"/>
            </a:pPr>
            <a:r>
              <a:rPr lang="en-US" sz="1500">
                <a:ea typeface="+mn-lt"/>
                <a:cs typeface="+mn-lt"/>
              </a:rPr>
              <a:t>Both host and users shall: </a:t>
            </a:r>
            <a:endParaRPr lang="en-US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 See the host’s name and session topic at the top of the screen </a:t>
            </a:r>
            <a:endParaRPr lang="en-US">
              <a:ea typeface="+mn-lt"/>
              <a:cs typeface="+mn-lt"/>
            </a:endParaRPr>
          </a:p>
          <a:p>
            <a:pPr marL="566420" lvl="2">
              <a:buFont typeface="Wingdings" panose="020F050202020403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Example: Dustin Endres – Planning Poker Estimation  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0F6FC6"/>
              </a:buClr>
              <a:buFont typeface="Arial" panose="020F0502020204030204" pitchFamily="34" charset="0"/>
              <a:buChar char="•"/>
            </a:pPr>
            <a:r>
              <a:rPr lang="en-US" sz="1500">
                <a:ea typeface="+mn-lt"/>
                <a:cs typeface="+mn-lt"/>
              </a:rPr>
              <a:t>A textbox containing the current round’s topic</a:t>
            </a:r>
            <a:r>
              <a:rPr lang="en-US" sz="2100"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0F6FC6"/>
              </a:buClr>
              <a:buFont typeface="Arial" panose="020F0502020204030204" pitchFamily="34" charset="0"/>
              <a:buChar char="•"/>
            </a:pPr>
            <a:r>
              <a:rPr lang="en-US" sz="1500">
                <a:ea typeface="+mn-lt"/>
                <a:cs typeface="+mn-lt"/>
              </a:rPr>
              <a:t>Row(s) of cards with each player’s names under them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The cards are silhouetted when no vote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The cards become grey when a vote is cast but not yet shown</a:t>
            </a:r>
          </a:p>
          <a:p>
            <a:pPr>
              <a:buClr>
                <a:srgbClr val="0F6FC6"/>
              </a:buClr>
              <a:buFont typeface="Arial,Sans-Serif" panose="020F0502020204030204" pitchFamily="34" charset="0"/>
              <a:buChar char="•"/>
            </a:pPr>
            <a:r>
              <a:rPr lang="en-US" sz="1500"/>
              <a:t>Allow users to join and leave an existing session at any time </a:t>
            </a:r>
            <a:endParaRPr lang="en-US" sz="1500">
              <a:solidFill>
                <a:srgbClr val="000000"/>
              </a:solidFill>
            </a:endParaRPr>
          </a:p>
          <a:p>
            <a:pPr marL="383540" lvl="1">
              <a:buFont typeface="Courier New,monospace" panose="020F0502020204030204" pitchFamily="34" charset="0"/>
              <a:buChar char="o"/>
            </a:pPr>
            <a:r>
              <a:rPr lang="en-US" sz="1300"/>
              <a:t>Both users shall exit by closing the page </a:t>
            </a:r>
            <a:endParaRPr lang="en-US" sz="1300">
              <a:solidFill>
                <a:srgbClr val="000000"/>
              </a:solidFill>
            </a:endParaRPr>
          </a:p>
          <a:p>
            <a:pPr marL="566420" lvl="2">
              <a:buFont typeface="Wingdings,Sans-Serif" panose="020F0502020204030204" pitchFamily="34" charset="0"/>
              <a:buChar char="§"/>
            </a:pPr>
            <a:r>
              <a:rPr lang="en-US" sz="1100"/>
              <a:t>When the page is closed by a user, they shall be removed from the table </a:t>
            </a:r>
            <a:endParaRPr lang="en-US" sz="1100">
              <a:solidFill>
                <a:srgbClr val="000000"/>
              </a:solidFill>
            </a:endParaRPr>
          </a:p>
          <a:p>
            <a:pPr marL="566420" lvl="2">
              <a:buFont typeface="Wingdings,Sans-Serif" panose="020F0502020204030204" pitchFamily="34" charset="0"/>
              <a:buChar char="§"/>
            </a:pPr>
            <a:r>
              <a:rPr lang="en-US" sz="1100"/>
              <a:t>When the host closes the page, the session will end for all users </a:t>
            </a:r>
            <a:endParaRPr lang="en-US" sz="1100">
              <a:solidFill>
                <a:srgbClr val="000000"/>
              </a:solidFill>
            </a:endParaRPr>
          </a:p>
          <a:p>
            <a:pPr marL="749300" lvl="3">
              <a:buFont typeface="Wingdings,Sans-Serif" panose="020F0502020204030204" pitchFamily="34" charset="0"/>
              <a:buChar char="§"/>
            </a:pPr>
            <a:r>
              <a:rPr lang="en-US" sz="1100"/>
              <a:t>A screen shall be displayed to user’s indicating the session has been ended by the host </a:t>
            </a:r>
            <a:endParaRPr lang="en-US" sz="1100">
              <a:solidFill>
                <a:srgbClr val="000000"/>
              </a:solidFill>
            </a:endParaRPr>
          </a:p>
          <a:p>
            <a:pPr marL="749300" lvl="3">
              <a:buFont typeface="Wingdings,Sans-Serif" panose="020F0502020204030204" pitchFamily="34" charset="0"/>
              <a:buChar char="§"/>
            </a:pPr>
            <a:r>
              <a:rPr lang="en-US" sz="1100"/>
              <a:t>Upon rejoining the URL, a new session should be started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01E1C-68A1-6DD0-AC60-55FE4497EB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257" y="146685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09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/>
              <a:t>Scope 3 – Planning Poker</a:t>
            </a:r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ED608-F67C-F614-C2E3-A446F82C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763" y="2108201"/>
            <a:ext cx="5944192" cy="4575442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sz="1500">
                <a:ea typeface="+mn-lt"/>
                <a:cs typeface="+mn-lt"/>
              </a:rPr>
              <a:t>See a hand of cards at the bottom of their screen o The hand shall consist of cards with the values: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Pass, ?, 1, 2, 3, 5, 8, 13, 21 </a:t>
            </a:r>
            <a:endParaRPr lang="en-US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500">
                <a:ea typeface="+mn-lt"/>
                <a:cs typeface="+mn-lt"/>
              </a:rPr>
              <a:t>When a user clicks on a card, it shall rise above the others and show they have picked a card to all players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Users can select another card to switch their vote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Users can click the same card to retract their vote 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0F6FC6"/>
              </a:buClr>
              <a:buFont typeface="Arial" panose="020F0502020204030204" pitchFamily="34" charset="0"/>
              <a:buChar char="•"/>
            </a:pPr>
            <a:r>
              <a:rPr lang="en-US" sz="1500">
                <a:ea typeface="+mn-lt"/>
                <a:cs typeface="+mn-lt"/>
              </a:rPr>
              <a:t>The host shall: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Have a set of buttons on their screen to: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End round to show all user’s cards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If a user has not voted, they shall automatically play “pass”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Invoke a countdown for all users to be displayed at the top of the screen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Reset the round </a:t>
            </a:r>
            <a:endParaRPr lang="en-US">
              <a:ea typeface="+mn-lt"/>
              <a:cs typeface="+mn-lt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300">
                <a:ea typeface="+mn-lt"/>
                <a:cs typeface="+mn-lt"/>
              </a:rPr>
              <a:t>Edit the round’s topic description displayed on the screen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94BBD-B6F8-DE84-F1A0-AA0F4406F2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257" y="146685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/>
              <a:t>Deliverables  - 1</a:t>
            </a:r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ED608-F67C-F614-C2E3-A446F82C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8" y="2108201"/>
            <a:ext cx="5924992" cy="472804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Project Management Plan [9/6/24]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Specifies scheduling, standards, risk analysis, lifecycle model, and our project's software/hardware requirements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endParaRPr lang="en-US" sz="20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Requirements Documentation [9/20/24]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Discusses about use cases, textual descriptions, and displays a use case graphic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endParaRPr lang="en-US" sz="20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Architecture Documentation [10/18/24]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Details the architectural model/style of the project.</a:t>
            </a:r>
          </a:p>
          <a:p>
            <a:pPr marL="20066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Detailed Design Documentation [11/1/24]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Documents overall design of the project such as the GUI, a Static model, and a Dynamic model</a:t>
            </a:r>
          </a:p>
          <a:p>
            <a:pPr>
              <a:buChar char="-"/>
            </a:pPr>
            <a:endParaRPr lang="en-US"/>
          </a:p>
        </p:txBody>
      </p:sp>
      <p:pic>
        <p:nvPicPr>
          <p:cNvPr id="2" name="Picture 1" descr="A diagram of a diagram&#10;&#10;Description automatically generated">
            <a:extLst>
              <a:ext uri="{FF2B5EF4-FFF2-40B4-BE49-F238E27FC236}">
                <a16:creationId xmlns:a16="http://schemas.microsoft.com/office/drawing/2014/main" id="{DCB60618-4455-172E-9655-C978F83F9F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582" y="1592061"/>
            <a:ext cx="3657626" cy="4114431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06317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/>
              <a:t>Deliverables  - 2</a:t>
            </a:r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CC0338D-58D1-889C-1BF3-06893B0FD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Test Plan [11/15/24]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Documents test cases, test generation, and test plan</a:t>
            </a:r>
          </a:p>
          <a:p>
            <a:pPr marL="20066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Final Project Presentation Slides [12/3/24]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Showcase of the project and overall process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endParaRPr lang="en-US" sz="20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Final Project Demo [12/3/24]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Demonstration of our webapp in action</a:t>
            </a:r>
          </a:p>
          <a:p>
            <a:pPr marL="20066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Final Project Report [12/5/24]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Everything mentioned in the deliverables encapsulated in one document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3F028-227B-7977-0F15-EB7514922E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181" y="1840301"/>
            <a:ext cx="3472014" cy="319177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001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04040"/>
                </a:solidFill>
                <a:ea typeface="+mj-lt"/>
                <a:cs typeface="+mj-lt"/>
              </a:rPr>
              <a:t>Methodology</a:t>
            </a:r>
            <a:endParaRPr lang="en-US"/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ED608-F67C-F614-C2E3-A446F82C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-"/>
            </a:pPr>
            <a:r>
              <a:rPr lang="en-US" sz="2000"/>
              <a:t>Agile Methodology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Used to increment and iterate over the project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This will help us have communication with the client consistently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Font typeface="Calibri" panose="020F0502020204030204" pitchFamily="34" charset="0"/>
              <a:buChar char="-"/>
            </a:pPr>
            <a:r>
              <a:rPr lang="en-US" sz="2000"/>
              <a:t>Software Resources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React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Express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Socket.IO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 err="1"/>
              <a:t>VSCode</a:t>
            </a: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Font typeface="Calibri" panose="020F0502020204030204" pitchFamily="34" charset="0"/>
              <a:buChar char="-"/>
            </a:pPr>
            <a:endParaRPr lang="en-US" sz="20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Font typeface="Calibri" panose="020F0502020204030204" pitchFamily="34" charset="0"/>
              <a:buChar char="-"/>
            </a:pPr>
            <a:r>
              <a:rPr lang="en-US" sz="2000"/>
              <a:t>Hardware Resources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Linux 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1800"/>
              <a:t>Local Host</a:t>
            </a:r>
          </a:p>
        </p:txBody>
      </p:sp>
      <p:pic>
        <p:nvPicPr>
          <p:cNvPr id="2" name="Picture 1" descr="File:Tux.png - Wikimedia Commons">
            <a:extLst>
              <a:ext uri="{FF2B5EF4-FFF2-40B4-BE49-F238E27FC236}">
                <a16:creationId xmlns:a16="http://schemas.microsoft.com/office/drawing/2014/main" id="{D1CDE326-C01A-02CA-300C-6DCAF99A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" y="1847311"/>
            <a:ext cx="25241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2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04040"/>
                </a:solidFill>
                <a:ea typeface="+mj-lt"/>
                <a:cs typeface="+mj-lt"/>
              </a:rPr>
              <a:t>Methodology</a:t>
            </a:r>
            <a:endParaRPr lang="en-US"/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E69B4AF-1E65-6917-D629-5AEC0613735E}"/>
              </a:ext>
            </a:extLst>
          </p:cNvPr>
          <p:cNvSpPr txBox="1">
            <a:spLocks/>
          </p:cNvSpPr>
          <p:nvPr/>
        </p:nvSpPr>
        <p:spPr>
          <a:xfrm>
            <a:off x="5214407" y="2108201"/>
            <a:ext cx="5962439" cy="412072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2400"/>
              <a:t>Project Organization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000"/>
              <a:t>Everyone is considered a full stack developer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000"/>
              <a:t>Equal opportunity for learning new technologies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endParaRPr lang="en-US" sz="20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Font typeface="Calibri" panose="020F0502020204030204" pitchFamily="34" charset="0"/>
              <a:buChar char="-"/>
            </a:pPr>
            <a:r>
              <a:rPr lang="en-US" sz="2400"/>
              <a:t>Version Control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000"/>
              <a:t>GitHub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000"/>
              <a:t>GitHub Desktop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endParaRPr lang="en-US" sz="20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Font typeface="Calibri" panose="020F0502020204030204" pitchFamily="34" charset="0"/>
              <a:buChar char="-"/>
            </a:pPr>
            <a:r>
              <a:rPr lang="en-US" sz="2400"/>
              <a:t>Communications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000"/>
              <a:t>Discord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000"/>
              <a:t>Zoom</a:t>
            </a:r>
          </a:p>
        </p:txBody>
      </p:sp>
      <p:pic>
        <p:nvPicPr>
          <p:cNvPr id="9" name="Picture 8" descr="GitHub logo PNG transparent image download, size: 1150x465px">
            <a:extLst>
              <a:ext uri="{FF2B5EF4-FFF2-40B4-BE49-F238E27FC236}">
                <a16:creationId xmlns:a16="http://schemas.microsoft.com/office/drawing/2014/main" id="{9D5381F1-7C88-B0AA-75EA-AB3DD1E62CE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2874396"/>
            <a:ext cx="2743200" cy="110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29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1B5212A-6CB6-5B8C-20E4-20E426A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04040"/>
                </a:solidFill>
                <a:ea typeface="+mj-lt"/>
                <a:cs typeface="+mj-lt"/>
              </a:rPr>
              <a:t>Results</a:t>
            </a:r>
            <a:endParaRPr lang="en-US"/>
          </a:p>
        </p:txBody>
      </p:sp>
      <p:pic>
        <p:nvPicPr>
          <p:cNvPr id="4" name="Content Placeholder 3" descr="A blue and white gradient&#10;&#10;Description automatically generated">
            <a:extLst>
              <a:ext uri="{FF2B5EF4-FFF2-40B4-BE49-F238E27FC236}">
                <a16:creationId xmlns:a16="http://schemas.microsoft.com/office/drawing/2014/main" id="{64A25848-54B7-A6A3-5053-02663A27E1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05D2D4-8241-CDDD-E0C6-60257BF9C584}"/>
              </a:ext>
            </a:extLst>
          </p:cNvPr>
          <p:cNvSpPr txBox="1">
            <a:spLocks/>
          </p:cNvSpPr>
          <p:nvPr/>
        </p:nvSpPr>
        <p:spPr>
          <a:xfrm>
            <a:off x="5214407" y="2108201"/>
            <a:ext cx="5962439" cy="412072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2400"/>
              <a:t>Final Product Results 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200"/>
              <a:t>We were able to get the final product before the due date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200"/>
              <a:t>All the requirements were fulfilled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200"/>
              <a:t>Bugs were tested and corrected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endParaRPr lang="en-US" sz="22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Font typeface="Calibri" panose="020F0502020204030204" pitchFamily="34" charset="0"/>
              <a:buChar char="-"/>
            </a:pPr>
            <a:r>
              <a:rPr lang="en-US" sz="2200"/>
              <a:t>Our team learned: </a:t>
            </a:r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200"/>
              <a:t>React JS</a:t>
            </a:r>
            <a:endParaRPr lang="en-US"/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200"/>
              <a:t>Docker File</a:t>
            </a:r>
            <a:endParaRPr lang="en-US"/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200"/>
              <a:t>Linux</a:t>
            </a:r>
            <a:endParaRPr lang="en-US"/>
          </a:p>
          <a:p>
            <a:pPr marL="38354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F0502020204030204" pitchFamily="34" charset="0"/>
              <a:buChar char="o"/>
            </a:pPr>
            <a:r>
              <a:rPr lang="en-US" sz="2200"/>
              <a:t>Version Control</a:t>
            </a:r>
            <a:endParaRPr lang="en-US"/>
          </a:p>
        </p:txBody>
      </p:sp>
      <p:pic>
        <p:nvPicPr>
          <p:cNvPr id="7" name="Picture 6" descr="Everfox's Competitors, Revenue, Number of Employees, Funding, Acquisitions  &amp; News - Owler Company Profile">
            <a:extLst>
              <a:ext uri="{FF2B5EF4-FFF2-40B4-BE49-F238E27FC236}">
                <a16:creationId xmlns:a16="http://schemas.microsoft.com/office/drawing/2014/main" id="{1E6ED122-874A-330D-0A84-9D1818CB32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199" y="3023976"/>
            <a:ext cx="3966592" cy="817037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296743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76C7A-CE2E-9234-CEB4-066DFA71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DEMO</a:t>
            </a:r>
          </a:p>
        </p:txBody>
      </p:sp>
      <p:pic>
        <p:nvPicPr>
          <p:cNvPr id="4" name="Picture 3" descr="A blue and white gradient&#10;&#10;Description automatically generated">
            <a:extLst>
              <a:ext uri="{FF2B5EF4-FFF2-40B4-BE49-F238E27FC236}">
                <a16:creationId xmlns:a16="http://schemas.microsoft.com/office/drawing/2014/main" id="{5EE0EB0B-AE31-991C-A570-ECD00F659D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143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52BD35A-BC99-4831-A358-06E2CEB96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 w="698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2024-11-26 18-34-31">
            <a:hlinkClick r:id="" action="ppaction://media"/>
            <a:extLst>
              <a:ext uri="{FF2B5EF4-FFF2-40B4-BE49-F238E27FC236}">
                <a16:creationId xmlns:a16="http://schemas.microsoft.com/office/drawing/2014/main" id="{F82C5892-438A-B3DE-0B83-9CDC952FCAC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3356" y="1267887"/>
            <a:ext cx="10337292" cy="431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3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VTI">
  <a:themeElements>
    <a:clrScheme name="Blue">
      <a:dk1>
        <a:srgbClr val="000000"/>
      </a:dk1>
      <a:lt1>
        <a:srgbClr val="FFFFFF"/>
      </a:lt1>
      <a:dk2>
        <a:srgbClr val="153A63"/>
      </a:dk2>
      <a:lt2>
        <a:srgbClr val="DBEFF9"/>
      </a:lt2>
      <a:accent1>
        <a:srgbClr val="0F6FC6"/>
      </a:accent1>
      <a:accent2>
        <a:srgbClr val="009DD9"/>
      </a:accent2>
      <a:accent3>
        <a:srgbClr val="09B8C0"/>
      </a:accent3>
      <a:accent4>
        <a:srgbClr val="0EBC8C"/>
      </a:accent4>
      <a:accent5>
        <a:srgbClr val="71B959"/>
      </a:accent5>
      <a:accent6>
        <a:srgbClr val="96B042"/>
      </a:accent6>
      <a:hlink>
        <a:srgbClr val="C37400"/>
      </a:hlink>
      <a:folHlink>
        <a:srgbClr val="4F9085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740</Words>
  <Application>Microsoft Office PowerPoint</Application>
  <PresentationFormat>Widescreen</PresentationFormat>
  <Paragraphs>108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Arial,Sans-Serif</vt:lpstr>
      <vt:lpstr>Calibri</vt:lpstr>
      <vt:lpstr>Courier New</vt:lpstr>
      <vt:lpstr>Courier New,monospace</vt:lpstr>
      <vt:lpstr>Univers</vt:lpstr>
      <vt:lpstr>Univers Condensed</vt:lpstr>
      <vt:lpstr>Wingdings</vt:lpstr>
      <vt:lpstr>Wingdings,Sans-Serif</vt:lpstr>
      <vt:lpstr>RetrospectVTI</vt:lpstr>
      <vt:lpstr>Senior Software Engineering Final Project</vt:lpstr>
      <vt:lpstr>Introduction</vt:lpstr>
      <vt:lpstr>Scope – Planning Poker</vt:lpstr>
      <vt:lpstr>Scope 2 – Planning Poker</vt:lpstr>
      <vt:lpstr>Scope 3 – Planning Poker</vt:lpstr>
      <vt:lpstr>Deliverables  - 1</vt:lpstr>
      <vt:lpstr>Deliverables  - 2</vt:lpstr>
      <vt:lpstr>Methodology</vt:lpstr>
      <vt:lpstr>Methodology</vt:lpstr>
      <vt:lpstr>Results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Mike Tan</cp:lastModifiedBy>
  <cp:revision>1</cp:revision>
  <dcterms:created xsi:type="dcterms:W3CDTF">2024-11-29T22:46:44Z</dcterms:created>
  <dcterms:modified xsi:type="dcterms:W3CDTF">2025-06-17T20:58:40Z</dcterms:modified>
</cp:coreProperties>
</file>